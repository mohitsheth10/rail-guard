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F3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4937760"/>
            <a:ext cx="2377440" cy="27432"/>
          </a:xfrm>
          <a:prstGeom prst="rect">
            <a:avLst/>
          </a:prstGeom>
          <a:solidFill>
            <a:srgbClr val="C872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084064"/>
            <a:ext cx="1920240" cy="27432"/>
          </a:xfrm>
          <a:prstGeom prst="rect">
            <a:avLst/>
          </a:prstGeom>
          <a:solidFill>
            <a:srgbClr val="C872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230368"/>
            <a:ext cx="1463040" cy="27432"/>
          </a:xfrm>
          <a:prstGeom prst="rect">
            <a:avLst/>
          </a:prstGeom>
          <a:solidFill>
            <a:srgbClr val="C87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RAIL-GUARD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Vibration-Based Detector for Loose Railway Fishplate Bolts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Bench-scale prototype  ·  built and tested on real hardware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77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Sheth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Dhirubhai Ambani International School, Mumbai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IBDP Research and Engineering Project  ·  IRIS / INSEF Submission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fishplate joint can loosen — and nobody knows until it fails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fishplate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(joint bar) bolts two rail ends together, 4 bolts per side, 8 per joint. Let those bolts back off and the rail ends move independently under every wheel that crosses. Trains loosen them through vibration alone: Junker's 1969 research found that transverse vibration, exactly the load a passing wheel applies, self-loosens bolted joints far more severely than vibration running along the bolt's own axis.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60020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E8EE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709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7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313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bolts hold each fishplate joint together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306324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E8EE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31729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7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~40/km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776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fishplate joints on standard 25 m jointed track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B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33.89%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the 1,024 derailments India's Comptroller and Auditor General examined (2018–21) were caused by track defects — the single largest category, ahead of human error (29.79%) and rolling-stock failure (26.56%). Within the cases attributed to the Engineering Department, "maintenance of track" was the leading cause of all.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Comptroller and Auditor General of India, Report No. 22 of 2022 — Derailment in Indian Railways.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 — Project Report Deck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every bolt to find the few that matter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 inspector, called a Keyman, walks the line with a hammer, tapping every bolt at every joint by hand. A properly tightened bolt rings; a loose one thuds. The method works, but there's no way to know in advance which bolt is loose, so almost every one checked in a shift turns out fine.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Rail-Guard's goal: replace hand-tapping every bolt with a sensor that reads the joint's own vibration and calls it TIGHT or LOOSE automatically.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loosening actually looks like — bench rig under motor-driven vibration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1072" y="1920240"/>
            <a:ext cx="5431536" cy="3072384"/>
          </a:xfrm>
          <a:prstGeom prst="rect">
            <a:avLst/>
          </a:prstGeom>
          <a:solidFill>
            <a:srgbClr val="000000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309360" y="1938528"/>
            <a:ext cx="5394960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2578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5394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~68,000 km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943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Railways total route network (2023–24)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52578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83680" y="5394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 km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5943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per inspector, per shift, on foot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 — Project Report Deck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RESEARCH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vibration signature of a bolted rail fishplate joint, captured with a low-cost MEMS accelerometer and analysed in the frequency domain, reliably distinguish a securely tightened joint from one that is not, automatically, without a person inspecting the joint?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18288" cy="3200400"/>
          </a:xfrm>
          <a:prstGeom prst="rect">
            <a:avLst/>
          </a:prstGeom>
          <a:solidFill>
            <a:srgbClr val="3A4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9659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loose joint has more freedom to move: that damps the higher-frequency response and pushes relatively more vibration energy into the lower-frequency band, while a tight joint, more rigidly coupled, does the opposite — which is why the balance of energy between a low band and a high band should separate TIGHT joints from LOOSE ones.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84632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121F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goal: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bench-scale system that physically reproduces a real bolted joint under controlled vibration, finds a single numerical threshold that separates TIGHT from LOOSE, and runs that classification live on real hardware, as it happens.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 — Project Report Deck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BUILD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joint, built to actually test the theory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 section came from 2-inch mild-steel T-section, since model track and structural I-beams don't match a real rail's shape, with one real bolted fishplate joint. A motor-and-cart rig stands in for a passing train, providing repeatable vibration.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actually used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●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Zero — controller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9359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●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MPU-6050/6500 accelerometer — reads joint vibration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32504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●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motor driver — drives the vibration source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7141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●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+ load cell — soldered in for future bolt-force sensing, not yet exercised in these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0020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E8EE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 completes the loose-bolt detection goal the project set out to test.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200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piece still open: over-tightening detection. The HX711 load cell is soldered onto the rig but not yet calibrated — the project's future scope.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 — Project Report Deck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differentiator: a frequency-band ratio, not raw loudness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vibration loudness isn't reliable, since a missing fishplate can read as quiet as a tight one, and the single loudest frequency isn't reliable either. What holds up: the ratio of vibration energy in a lower band to a higher band.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37360" y="2697480"/>
            <a:ext cx="8686800" cy="868680"/>
          </a:xfrm>
          <a:prstGeom prst="roundRect">
            <a:avLst>
              <a:gd name="adj" fmla="val 6316"/>
            </a:avLst>
          </a:prstGeom>
          <a:solidFill>
            <a:srgbClr val="121F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20240" y="2880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7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 =  (energy in 30–60 Hz band)  /  (energy in 60–100 Hz band)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securely tightened joint is more rigidly coupled and puts most of its shake into the faster ~79 Hz component, so the ratio comes out low. A joint that isn't secure has more freedom to move: that damps the higher-frequency response and leaves more energy in the slower ~39 Hz component, so the ratio comes out high.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9834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8EE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51389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fix along the way: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plywood base was shifting under its own vibration. Found and fixed on 29 August; every reading used in the results shown here was collected after that fix.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 — Project Report Deck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separation between TIGHT and LOOSE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67512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16459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range observed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bolts tight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0.175 – 0.278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bolts tight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 – 0.298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bolts tight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 – 0.466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bolt tight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 – 0.645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bolts / no fishplate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1.384 – 5.592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97680" cy="2651760"/>
          </a:xfrm>
          <a:prstGeom prst="roundRect">
            <a:avLst>
              <a:gd name="adj" fmla="val 2759"/>
            </a:avLst>
          </a:prstGeom>
          <a:solidFill>
            <a:srgbClr val="E8EE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threshold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1031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7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971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3–4 bolt reading scored below 0.30; every 0–2 bolt (or no-fishplate) reading scored above 0.38 — a clean gap, with the threshold set in the middle of it.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805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3 repeats per bolt count, a pairwise significance test can't mathematically clear p &lt; 0.1, however separated the groups actually are — a limit of the sample size, not of the method. The group means still order cleanly: 0 &gt; 1 &gt; 2 &gt; 3–4, with little to no overlap in ranges.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 — Project Report Deck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STATUS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met, with one boundary still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9F3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TIGHT/LOOSE distinction, live, on real hardware, across every bolt count from 0 to 4 plus a no-fishplate condition, with a clean statistical gap. The project's engineering goal is met.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8EE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boundary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03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3-vs-4-tight boundary sits closer together than the rest of the scale and would benefit from more repeats. The binary TIGHT/LOOSE call is the project's core result, and it isn't affected.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11247120" cy="228600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+ MPU accelerometer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Tested, live at 1 kHz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Natural-frequency calc + board-drift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— redirected the approach; fixed 29 Aug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+ tight/loose ratio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statistically checked, running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+ load cell (over-tightening)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Soldered, not yet calibrated — future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Rail-Guard — Project Report Deck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Rail-Guard detects loose fishplate bolts, live, on real hardware.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Bench-scale prototype, single instrumented joint, threshold-based frequency-ratio detection — built, tested, and running.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892040"/>
            <a:ext cx="10515600" cy="18288"/>
          </a:xfrm>
          <a:prstGeom prst="rect">
            <a:avLst/>
          </a:prstGeom>
          <a:solidFill>
            <a:srgbClr val="3A4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577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capture data, and build documentation: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github.com/MohitSheth10/Rail-Guard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 Report No. 22 of 2022 · Junker (1969), SAE Transactions vol. 78 · Indian Railways route network statistics, 2023–24.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2026-09-27T05:05:27Z</dcterms:created>
  <dcterms:modified xsi:type="dcterms:W3CDTF">2026-09-27T05:05:27Z</dcterms:modified>
</cp:coreProperties>
</file>